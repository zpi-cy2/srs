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41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04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6325" y="1746945"/>
            <a:ext cx="704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pl-PL" sz="45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</a:t>
            </a:r>
            <a:r>
              <a:rPr lang="pl-PL" sz="4500" b="1" dirty="0" err="1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Funeral</a:t>
            </a:r>
            <a:r>
              <a:rPr lang="pl-PL" sz="45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39217" y="2585145"/>
            <a:ext cx="46655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zarządzania usługami pogrzebowymi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89438" y="3209925"/>
            <a:ext cx="31649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Prezentacja koncepcji • Sprint 1 PoC • Styczeń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Zawartość Prezentacji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4781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I: Koncepcja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Cele, realizacja i innowacyjność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II: Plan Sprint 1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PoC, hipoteza, eksperyment i kryteria sukcesu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Scenariusze decyzyjne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Co dalej po PoC?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Projektu – Główny Obiekt Biznesowy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Zintegrowany system dla zakładu pogrzebowego oferujący: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Pre-need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planowanie usług z wyprzedzeniem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Nagrobki online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sprzedaż i projektowanie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Transmisje ceremonii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streaming live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3810000" cy="1542455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561"/>
            <a:ext cx="3810000" cy="1542455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– Mierzalne Kryteria Sukcesu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Transmisje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04851"/>
            <a:ext cx="3352800" cy="65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ceremonii transmitowanych</a:t>
            </a:r>
            <a:endParaRPr lang="en-US" sz="1080" dirty="0"/>
          </a:p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4.0/5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satysfakcja rodzin</a:t>
            </a:r>
            <a:endParaRPr lang="en-US" sz="1080" dirty="0"/>
          </a:p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≤2%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incident rate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9530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53000" y="1904851"/>
            <a:ext cx="3352800" cy="65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Współczynnik konwersji nagrobków (do definiowania)</a:t>
            </a:r>
            <a:endParaRPr lang="en-US" sz="1080" dirty="0"/>
          </a:p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Odsetek planów pre-need ukończonych (do definiowania)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Realizacja Celów – Uzasadnienie Architektualne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8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Transmisja: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Prywatny dostęp (token/link) + jednym kliknięciem → minimalne tarcie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Nagrobki: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Konfigurator wizualny + dynamiczna wycena → personalizacja online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Pre-need: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Wizard konfiguracji + dokumenty/zgody → transparentność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Mikroserwisy → niezależna skalowalność, odporność na awarie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+ centralne uwierzytelnianie + weryfikacja tokenów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3810000" cy="923479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561"/>
            <a:ext cx="3810000" cy="923479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7839"/>
            <a:ext cx="3810000" cy="923479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2477839"/>
            <a:ext cx="3810000" cy="923479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Atrybuty Jakościowe Wspierające Cele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Dostępność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752451"/>
            <a:ext cx="34198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Minimalizacja downtime'u, odporność na awarie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530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3000" y="1752451"/>
            <a:ext cx="34198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Prywatny dostęp, TLS, kontrola dostępu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270643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Wydajność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2980730"/>
            <a:ext cx="34198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3000 odbiorców, low latency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53000" y="270643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Skalowalność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3000" y="2980730"/>
            <a:ext cx="34198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Niezależne skalowanie mikroserwisów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79197"/>
              </p:ext>
            </p:extLst>
          </p:nvPr>
        </p:nvGraphicFramePr>
        <p:xfrm>
          <a:off x="609600" y="1401961"/>
          <a:ext cx="7924800" cy="1990725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42C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0A9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Konkurencja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l-PL" sz="1140" dirty="0">
                          <a:solidFill>
                            <a:srgbClr val="42C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Nasza</a:t>
                      </a:r>
                      <a:r>
                        <a:rPr lang="en-US" sz="1140" dirty="0">
                          <a:solidFill>
                            <a:srgbClr val="42C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przewaga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Transmisje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Platformy ogólne (Zoom, Meet)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Dedykowane dla pogrzebów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Nagrobki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Katalogi statyczne + telefon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Konfigurator online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Pre-need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Formularze papierowe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cyfrowy z wersjowaniem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Integracja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Rozdzielone systemy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Jed</a:t>
                      </a:r>
                      <a:r>
                        <a:rPr lang="pl-PL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</a:t>
                      </a:r>
                      <a:r>
                        <a:rPr lang="en-US" sz="1140" dirty="0">
                          <a:solidFill>
                            <a:srgbClr val="BACAD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ekosystem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Innowacyjność – Analiza Porównawcza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pl-PL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Nasza</a:t>
            </a: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Przewaga na Rynku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Godność + prostota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respekt dla wrażliwości ceremonii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Jeden punkt kontaktu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klient załatwia wszystko w jednym miejscu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</a:t>
            </a:r>
            <a:r>
              <a:rPr lang="pl-PL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elastyczność, niskie koszty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MVP skoncentrowany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szybko do rynku z transmisją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4857" y="1846064"/>
            <a:ext cx="43141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II: PLAN SPRINT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60145" y="2486025"/>
            <a:ext cx="2423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(PoC)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35856" y="3110805"/>
            <a:ext cx="24721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tygodnie weryfikacji wykonalności MVP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Hipoteza PoC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możemy w 2 tygodniach dostarczyć minimalnie działający prototyp?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Transmisja z prywatnym dostępem (token → streaming → widok)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pl-PL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Tworzenie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nagrobków online (katalog → konfigurator → wycena → koszyk)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Powtarzalne środowisko testowe (Docker)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Eksperyment – Infrastruktura (SCRUM-24)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Instalacja Docker, Docker Compose, Jenkins, Portainer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bazy danych + schematy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 dla DesignService i StreamingService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Przydzielenie uprawnień dla zespołu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842022"/>
            <a:ext cx="808329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Sub-tasks:</a:t>
            </a:r>
            <a:r>
              <a:rPr lang="en-US" sz="102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SCRUM-25 do SCRUM-32 (8 zadań infrastrukturalnych)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Eksperyment – Transmisje (SCRUM-13,37,36,14)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Generowanie prywatnego linku/tokena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Implementacja strumienia testowego (serwer)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Widok transmisji (UI)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Walidacja tokena + dołączenie użytkownika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842022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i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</a:t>
            </a:r>
            <a:r>
              <a:rPr lang="en-US" sz="1080" i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Klient generuje link → inny użytkownik dołącza → odtwarza stream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Eksperyment – Nagrobki Online (SCRUM-3,2,5)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+ filtrowanie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Konfigurator z podglądem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Dynamiczna wycena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Koszyk + podsumowanie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842022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i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</a:t>
            </a:r>
            <a:r>
              <a:rPr lang="en-US" sz="1080" i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Klient przegląda katalog → konfiguruje nagrobek → widzi cenę → dodaje do koszyka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Eksperyment – Warunki Biznesowe (SCRUM-33)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cen i ofert u lokalnych zakładów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Spotkania z przedstawicielami partnerów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Zidentyfikowanie warunków umów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Przygotowanie specyfikacji dla backlogu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842022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i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Wynik:</a:t>
            </a:r>
            <a:r>
              <a:rPr lang="en-US" sz="1080" i="1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Specyfikacja warunków współpracy → implementacja w Sprint 2+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Kryteria Sukcesu – Mierzalne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Środowisko testowe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1441549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up uruchamia system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1785938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Transmisja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2054126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tokena → odmowa | Poprawny token → dostęp + streaming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2398514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Nagrobki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09600" y="2666702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filtruje | Konfigurator działa | Wycena się zmienia | Koszyk poprawny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9600" y="3011091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Warunki biznesowe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9600" y="3279279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Warunki zidentyfikowane i opisane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 Testu – Jak Sprawdzamy?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Uruchomienie środowiska</a:t>
            </a:r>
            <a:r>
              <a:rPr lang="en-US" sz="114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wg procedury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528465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Test transmisji:</a:t>
            </a:r>
            <a:r>
              <a:rPr lang="en-US" sz="114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Bez tokena → odmowa | Z tokenem → dostęp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883569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 nagrobków:</a:t>
            </a:r>
            <a:r>
              <a:rPr lang="en-US" sz="114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Katalog → konfigurator → wycena → koszyk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2238673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Weryfikacja biznesu:</a:t>
            </a:r>
            <a:r>
              <a:rPr lang="en-US" sz="114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Dokumenty warunków współpracy gotowe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2077641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 Pozytywny – PoC Udany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4781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F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Wszystkie kryteria spełnione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70472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działa end-to-end, środowisko powtarzalne, transmisja i nagrobki działają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8854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Akcja: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Przejście do pełnej implementacji MVP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54213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2+: checkout/płatności, rozbudowa ról, wymagania jakościowe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2077641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 Częściowo Pozytywny – Problemy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4781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A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Niektóre kryteria spełnione (np. transmisja OK, ale niestabilny streaming)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70472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Ryzyka techniczne zidentyfikowane, część funkcjonalności działa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8854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Akcja: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Kontynuacja Sprint 2 z priorytetową naprawą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54213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stabilizacja transmisji, optimization konfiguratora, tokenizacja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2854970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 Negatywny – Pivot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4781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Hipoteza fałszywa – kluczowe komponenty nie działają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70472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niestabilny, konfigurator złożony, problemy infrastrukturalne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8854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Pivot:</a:t>
            </a:r>
            <a:r>
              <a:rPr lang="en-US" sz="120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Rewizja podejścia technicznego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754213"/>
            <a:ext cx="70866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Uproszczenie: &lt;500 concurrent viewers (nie 3000)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Zmiana: gotowe API do streamingu zamiast custom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B0A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Redukcja zakresu: wyeliminowanie jednego modułu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Sprint 1 – Rozkład Prac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Tydzień 1: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Infrastruktura (SCRUM-24-32), spotkania biznesowe (SCRUM-34-35)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1555849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Tydzień 1-2: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Parallelnie transmisja (SCRUM-13,37,36,14), nagrobki (SCRUM-3,2,5)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1862138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Koniec Tygodnia 2: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Testy, walidacja kryteriów, przygotowanie dokumentacji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2168426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Sprint Review + decyzja w sprawie scenariusza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 err="1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</a:t>
            </a: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Infrastruktura: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Opóźnienie CI/CD → </a:t>
            </a:r>
            <a:r>
              <a:rPr lang="pl-PL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współbieżne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prace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1479649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Streaming: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Niestabilny strumień → </a:t>
            </a:r>
            <a:r>
              <a:rPr lang="en-US" sz="1080" dirty="0" err="1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użycie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gotowego providera testowego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1785938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Baza danych: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Problemy z schemą → </a:t>
            </a:r>
            <a:r>
              <a:rPr lang="en-US" sz="1080" dirty="0" err="1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automatyczne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migracje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2092226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Biznes:</a:t>
            </a:r>
            <a:r>
              <a:rPr lang="en-US" sz="108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Brak dostępu do partnerów → remote spotkania + dokumenty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2489150" cy="958453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249561"/>
            <a:ext cx="2489150" cy="958453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249561"/>
            <a:ext cx="2489299" cy="958453"/>
          </a:xfrm>
          <a:prstGeom prst="rect">
            <a:avLst/>
          </a:prstGeom>
          <a:solidFill>
            <a:srgbClr val="1821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Liczby – PoC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880" y="14781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tygodnie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7880" y="1798141"/>
            <a:ext cx="2072589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Sprint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535631" y="1478161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Stories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35631" y="1798141"/>
            <a:ext cx="2072589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sprintu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253380" y="1478161"/>
            <a:ext cx="20727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Moduły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53380" y="1798141"/>
            <a:ext cx="207274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weryfikacji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100" y="609600"/>
            <a:ext cx="25656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Następne Kroki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51863" y="1249561"/>
            <a:ext cx="36401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Zatwierdzenie zakresu PoC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751863" y="1641872"/>
            <a:ext cx="36401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Przydzielenie zasobów infrastrukturalnych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51863" y="2034183"/>
            <a:ext cx="36401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50" dirty="0" err="1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Pierwsza</a:t>
            </a: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l-PL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sesja planowania sprintu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51863" y="2426494"/>
            <a:ext cx="36401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BAC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Sprint 1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146" y="1842195"/>
            <a:ext cx="194370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42C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872</Words>
  <Application>Microsoft Office PowerPoint</Application>
  <PresentationFormat>Pokaz na ekranie (16:9)</PresentationFormat>
  <Paragraphs>168</Paragraphs>
  <Slides>24</Slides>
  <Notes>24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Bartłomiej Krzysztof</cp:lastModifiedBy>
  <cp:revision>9</cp:revision>
  <dcterms:created xsi:type="dcterms:W3CDTF">2026-01-24T08:09:37Z</dcterms:created>
  <dcterms:modified xsi:type="dcterms:W3CDTF">2026-01-24T08:56:10Z</dcterms:modified>
</cp:coreProperties>
</file>